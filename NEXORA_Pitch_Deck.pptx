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PHASE 1 SUBMISSION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NEXORA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AI Placement Preparation &amp; Career Readiness Suite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all-in-one platform integrating voice-enabled mock interviews, company-specific resume diagnostics, official TCS iON / AMCAT pattern aptitude exams, and real-time DSA code execution.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Durga Trinadh (Team NEXORA)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5577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Demo: https://nexora-nine-ruddy.vercel.app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5577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 https://github.com/DurgaTrinadh/nexora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Fragmented &amp; High-Friction Placement Journey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1.5M Indian engineering students face 4 major bottlenecks during campus recruitment: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560320" cy="3840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Tools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juggle 5-6 disconnected sites: LeetCode for DSA, Indiabix for Aptitude, Notion for job tracking, and Docs for resumes.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011680"/>
            <a:ext cx="2560320" cy="3840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Voice Practice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32918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solve algorithms on paper, but freeze in live interviews due to lack of speaking confidence and STAR-method structure.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011680"/>
            <a:ext cx="2560320" cy="3840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ATS Rejections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2918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submit identical generic resumes to Google and TCS without knowing company-specific keywords, metrics, or red flags.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23960" y="2011680"/>
            <a:ext cx="2560320" cy="3840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0684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Unrealistic Exams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32918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practice apps lack real exam environments like TCS iON / AMCAT countdown timers, question palettes, and solutions.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NEXORA: The All-In-One Unified Placement Suite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42900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AI Voice Mock Interviews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Speaking avatar with natural speech synthesis + real-time microphone transcription. Delivers instant STAR scorecards and ideal answer comparisons.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2900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737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TCS iON / AMCAT Exam Portal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2194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 portal with countdown timer, official question palette (Answered, Marked for Review), and complete step-by-step mathematical explanations.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554480"/>
            <a:ext cx="342900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737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Company Resume Analyzer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38160" y="2194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resumes specifically for Google, Amazon, TCS, etc. Delivers ATS match score, Positives/Negatives, and Google XYZ formula rewrites.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342900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DSA Code Arena &amp; Runner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code editor (JavaScript, Python, C++, Java) with sandboxed test case execution, complexity guide, and company-tagged roadmaps.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840480"/>
            <a:ext cx="342900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023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Kanban Job Application Tracker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4480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recruitment stages (Wishlist, Applied, OA, Interview, Offer, Rejected) with conversion funnel metrics and curated 2026/2027 off-campus drives.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3840480"/>
            <a:ext cx="342900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4023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24/7 Nexora AI Career Mentor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4480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Full-page assistant + global floating widget for continuous placement guidance, salary negotiation tips, and optional Gemini 1.5 API integration.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High-Performance, Zero-Downtime Client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Engine &amp; Performance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18 + Vite + TypeScript: Sub-second hot reloading, strict type safety, zero compile runtime overhead.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Web Speech API: Real-time speech recognition (webkitSpeechRecognition) and natural voice synthesis without external API costs.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LocalStorage State Persistence: Solved DSA problems, test scores, interview scorecards, and job cards persist across browser reloads.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Design System: Cyber-modern dark glassmorphism with responsive layouts across mobile, tablet, and desktop.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AI &amp; Domain Intelligence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Heuristic Evaluation Engine: Pre-loaded with company profiles for Google, Amazon, Microsoft, TCS, and startups (works 100% offline).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Readiness Index: Weighted algorithmic calculation: DSA Solved (30%), Aptitude Accuracy (25%), Mock Interviews (25%), Resume Match (20%).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XYZ Formula Rewrites: Parses weak statements and generates high-impact quantified bullet points automatically.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Optional Gemini 1.5 API: Candidate can optionally plug in their free Google Gemini key for live dynamic responses.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DEPLOYMENT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Live &amp; Ready for Hackathon Judging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1645920"/>
            <a:ext cx="7589520" cy="420624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19202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STATUS: 100% PRODUCTION READY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2560320"/>
            <a:ext cx="6675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Live URL:  https://nexora-nine-ruddy.vercel.app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Repository:    https://github.com/DurgaTrinadh/nexora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Status:         Compiled with 0 errors in 15 seconds on Vercel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Persistence:          100% LocalStorage Saved Across Sessions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 Focus:      iQOO Hackathon Phase 1 Submission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50292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every engineering candidate to crack their dream placement!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NEXORA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NEXORA - iQOO Hackathon Presentation Deck</dc:title>
  <dc:subject>PptxGenJS Presentation</dc:subject>
  <dc:creator>Durga Trinadh</dc:creator>
  <cp:lastModifiedBy>Durga Trinadh</cp:lastModifiedBy>
  <cp:revision>1</cp:revision>
  <dcterms:created xsi:type="dcterms:W3CDTF">2026-09-22T14:58:06Z</dcterms:created>
  <dcterms:modified xsi:type="dcterms:W3CDTF">2026-09-22T14:58:06Z</dcterms:modified>
</cp:coreProperties>
</file>